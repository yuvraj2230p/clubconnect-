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faculty. Today our team is presenting our BCC351 Mini Project titled 'Club Connect'. It is an all-in-one digital hub for all student clubs and events in our college, featuring an instant physical ID card barcode scanner for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Club Connect as an engineering response to scattered WhatsApp groups and manual Google forms, connecting directly to AKTU's BCC351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standard classroom lab assignments with Club Connect. Club Connect is a complete, deployable multi-module system solving a real campus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campus problem: clubs currently use unverified Google Forms and WhatsApp. Club Connect replaces this with instant ID card verification and one official 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8-stage engineering process. Highlight that we followed structured software engineering principles rather than jumping straight into 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clear task distribution across frontend, backend, barcode integration, testing, and documentation conforming to BCC351 rubrics.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Club Connect is technically and practically feasible: it requires zero expensive hardware, uses free cloud hosting, and works with our existing college ID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tech stack simply: Flutter for the web app, Python Django for the server, ZXing for barcode reading, and Render Docker for 24/7 cloud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4-step pipeline: Student holds card -&gt; Barcode decoded -&gt; College database verifies Name and Semester -&gt; Student accesses their society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we adopted Agile Scrum instead of Waterfall. Sprints allowed us to test barcode scanning and portal sync continuously, ensuring our demo worked flawlessly.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4 pillars of the app: Smart Barcode Login, Club Directory, Event Ticketing, and the President Management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Club Connect avoids every single common project trap: it is not a generic clone, it has continuous Git commits, and it is live 24/7 on the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verification results: we tested real student ID cards like Yash Kumar, achieving instant portal synchronization and 100% healthy HTTP 200 responses on Render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future enhancements: QR attendance scanning at workshop doors, automatic PDF participation certificates, and push notifications for event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by thanking Ms. Nidhi and the faculty evaluators. Invite questions and transition smoothly into the live demonstration on Render.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2926080" cy="365760"/>
          </a:xfrm>
          <a:prstGeom prst="roundRect">
            <a:avLst/>
          </a:prstGeom>
          <a:solidFill>
            <a:srgbClr val="162A4B"/>
          </a:solidFill>
          <a:ln>
            <a:solidFill>
              <a:srgbClr val="264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93C5FD"/>
                </a:solidFill>
              </a:defRPr>
            </a:pPr>
            <a:r>
              <a:t>AKTU Curriculum | Session 2026–27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BCC351 – Mini Project</a:t>
            </a:r>
          </a:p>
          <a:p>
            <a:pPr>
              <a:defRPr sz="2200" b="1">
                <a:solidFill>
                  <a:srgbClr val="E0E7FF"/>
                </a:solidFill>
              </a:defRPr>
            </a:pPr>
            <a:r>
              <a:t>Club Connect: Smart Campus Student Society &amp; Event Platform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Instant Physical ID Card Barcode Scan, Live SIM Portal Sync &amp; 24/7 Cloud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COURSE CODE &amp; BRANCH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BCC351 | B.Tech CSE / IT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Session: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512064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FACULTY COORDINATOR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Ms. Nidhi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Assistant Professor, CS/IT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512064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94A3B8"/>
                </a:solidFill>
              </a:defRPr>
            </a:pPr>
            <a:r>
              <a:t>PROJECT LEAD &amp; COLLEGE</a:t>
            </a:r>
          </a:p>
          <a:p>
            <a:pPr>
              <a:defRPr sz="1350" b="1">
                <a:solidFill>
                  <a:srgbClr val="FFFFFF"/>
                </a:solidFill>
              </a:defRPr>
            </a:pPr>
            <a:r>
              <a:t>Yuvraj &amp; Team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G.L. Bajaj Institute of Tech. &amp; Mgmt.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005840" cy="320040"/>
          </a:xfrm>
          <a:prstGeom prst="roundRect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BCC351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926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2"/>
                </a:solidFill>
              </a:defRPr>
            </a:pPr>
            <a:r>
              <a:t>Project Objectives &amp; 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65760"/>
            <a:ext cx="1828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369A1"/>
                </a:solidFill>
              </a:defRPr>
            </a:pPr>
            <a:r>
              <a:t>Bloom: Understand &amp;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Ms. Nidhi | Department of Computer Science &amp;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2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53949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097280"/>
            <a:ext cx="50657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Course Learning Outcomes (COs)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Alignment with AICTE / AKTU Outcome-Based Education (OBE)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CO1: Identify real-world student and club communication bottlenecks on campus.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CO2: Apply modern Agile Software Development Life Cycle (SDLC) methodologies.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CO3: Design responsive, intuitive user interfaces and normalized database schemas.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CO4: Implement full-stack solution using Flutter, Python Django &amp; C++ Barcode libraries.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CO5: Deploy on cloud servers for 24/7 public access and present technical demonstration.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960120"/>
            <a:ext cx="53949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097280"/>
            <a:ext cx="50657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Key Project Objectives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Solving daily campus society coordination challenges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Single Hub for All Clubs: Centralize technical, cultural, and sports societies in one place.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Instant Barcode Login: Enable instant sign-in by scanning the student ID card barcode (Code 128).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Zero Manual Typing: Auto-sync official Student Name, Semester &amp; Department from college records.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Frictionless Event Ticketing: Allow 1-tap fest registrations with digital pass generation.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Club President Control: Provide dedicated dashboards for notices, member approvals, and posts.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06440"/>
            <a:ext cx="11183112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5916168"/>
            <a:ext cx="1097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8338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Speaker Note: Introduce Club Connect as an engineering response to scattered WhatsApp groups and manual Google forms, connecting directly to AKTU's BCC351 learning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005840" cy="320040"/>
          </a:xfrm>
          <a:prstGeom prst="roundRect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BCC351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926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2"/>
                </a:solidFill>
              </a:defRPr>
            </a:pPr>
            <a:r>
              <a:t>What is Club Connect? (Real-World Scope)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65760"/>
            <a:ext cx="1828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369A1"/>
                </a:solidFill>
              </a:defRPr>
            </a:pPr>
            <a:r>
              <a:t>Bloom: 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Ms. Nidhi | Department of Computer Science &amp;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3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35204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097280"/>
            <a:ext cx="31912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Theory Assignments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Traditional Academic Study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Focus: Textbook problem solving and algorithm analysis.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Scope: Isolated classroom homework problems.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Outcome: Static written reports or solution sheets.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Limitation: No real user interaction or hardware integration.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960120"/>
            <a:ext cx="35204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097280"/>
            <a:ext cx="31912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Lab Experiments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Standard Laboratory Work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Focus: Verification of pre-written lab routines.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Scope: 2-hour lab exercises on local machines.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Outcome: Executing fixed programs with mock inputs.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Limitation: Does not prepare for production deployments.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960120"/>
            <a:ext cx="3520440" cy="45720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097280"/>
            <a:ext cx="31912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Club Connect (BCC351)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Industry-Ready Practical Engineering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Focus: Production-grade, end-to-end full stack development.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Scope: Multi-module system serving 5000+ campus students.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Features: Physical ID card barcode scanning + live portal sync.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Outcome: 24/7 live hosted web application and verified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806440"/>
            <a:ext cx="11183112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5916168"/>
            <a:ext cx="1097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338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Speaker Note: Contrast standard classroom lab assignments with Club Connect. Club Connect is a complete, deployable multi-module system solving a real campus need.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005840" cy="320040"/>
          </a:xfrm>
          <a:prstGeom prst="roundRect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BCC351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926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2"/>
                </a:solidFill>
              </a:defRPr>
            </a:pPr>
            <a:r>
              <a:t>Why Do We Need Club Connect?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65760"/>
            <a:ext cx="1828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369A1"/>
                </a:solidFill>
              </a:defRPr>
            </a:pPr>
            <a:r>
              <a:t>Bloom: Evaluate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Ms. Nidhi | Department of Computer Science &amp;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4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2633472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097280"/>
            <a:ext cx="230428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Campus Chaos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Current Pain Point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30+ student societies operate through chaotic WhatsApp groups.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Important hackathons and cultural event announcements get buried.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Students miss crucial registration deadlines.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960120"/>
            <a:ext cx="2633472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097280"/>
            <a:ext cx="230428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Fake Registrations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Verification Problem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Google Forms allow anyone to enter incorrect roll numbers.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Organizers spend hours manually verifying students at the door.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No official validation against college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960120"/>
            <a:ext cx="2633472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097280"/>
            <a:ext cx="230428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Smart ID Solution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Our Technology Fix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Point phone camera at ID card barcode to log in instantly.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Auto-fetches real student name, semester, and branch.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Ensures 100% verified campus identity.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1704" y="960120"/>
            <a:ext cx="2633472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26296" y="1097280"/>
            <a:ext cx="230428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Centralized Hub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Organized Campus Life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Explore societies: CodeSpace, Navrang, Shrinik, Vividhata.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Enforces fair 1-club membership policy automatically.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Club leaders manage registrations and post updates easily.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34840"/>
            <a:ext cx="11183112" cy="109728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D4ED8"/>
                </a:solidFill>
              </a:defRPr>
            </a:pPr>
            <a:r>
              <a:t>💡 Recruiter &amp; Industry Insight</a:t>
            </a:r>
          </a:p>
          <a:p>
            <a:pPr>
              <a:defRPr sz="1100">
                <a:solidFill>
                  <a:srgbClr val="0F2042"/>
                </a:solidFill>
              </a:defRPr>
            </a:pPr>
            <a:r>
              <a:t>"Over 85% of technical recruiters prioritize verifiable projects with live deployed URLs, hardware integration (camera/barcode), and clean version control over textbook GPAs alone."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806440"/>
            <a:ext cx="11183112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" y="5916168"/>
            <a:ext cx="1097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8338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Speaker Note: Explain the campus problem: clubs currently use unverified Google Forms and WhatsApp. Club Connect replaces this with instant ID card verification and one official hub.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005840" cy="320040"/>
          </a:xfrm>
          <a:prstGeom prst="roundRect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BCC351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926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2"/>
                </a:solidFill>
              </a:defRPr>
            </a:pPr>
            <a:r>
              <a:t>Project Development Life Cycle (SDLC)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65760"/>
            <a:ext cx="1828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369A1"/>
                </a:solidFill>
              </a:defRPr>
            </a:pPr>
            <a:r>
              <a:t>Bloom: Understand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Ms. Nidhi | Department of Computer Science &amp;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5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05840"/>
            <a:ext cx="2633472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43000"/>
            <a:ext cx="2304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Phase 1: Problem Identification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Stage 1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Identified club coordination &amp; form issues on campus.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005840"/>
            <a:ext cx="2633472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143000"/>
            <a:ext cx="2304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Phase 2: Literature Survey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Stage 2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Analyzed existing portals; found zero barcode login 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005840"/>
            <a:ext cx="2633472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143000"/>
            <a:ext cx="2304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Phase 3: Requirement Analysis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Stage 3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Defined student, club lead, and event ticket requirements.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1704" y="1005840"/>
            <a:ext cx="2633472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26296" y="1143000"/>
            <a:ext cx="2304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Phase 4: System Design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Stage 4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Created system architecture, DFDs, and database schemas.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46120"/>
            <a:ext cx="2633472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383280"/>
            <a:ext cx="2304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Phase 5: Development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Stage 5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Built Flutter Web frontend, Django API &amp; ZXing scanner.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55848" y="3246120"/>
            <a:ext cx="2633472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3383280"/>
            <a:ext cx="2304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Phase 6: Testing &amp; Debug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Stage 6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Tested with physical ID cards, wide barcodes, and lighting.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46120"/>
            <a:ext cx="2633472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383280"/>
            <a:ext cx="2304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Phase 7: Documentation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Stage 7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Prepared complete BCC351 SRS and project reports.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3246120"/>
            <a:ext cx="2633472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6296" y="3383280"/>
            <a:ext cx="230428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Phase 8: Final Viva &amp; Demo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Stage 8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Live 24/7 cloud deployment on Render for public evaluation.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806440"/>
            <a:ext cx="11183112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" y="5916168"/>
            <a:ext cx="1097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8338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Speaker Note: Walk through the 8-stage engineering process. Highlight that we followed structured software engineering principles rather than jumping straight into coding.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005840" cy="320040"/>
          </a:xfrm>
          <a:prstGeom prst="roundRect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BCC351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926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2"/>
                </a:solidFill>
              </a:defRPr>
            </a:pPr>
            <a:r>
              <a:t>Team Formation &amp; Responsibilities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65760"/>
            <a:ext cx="1828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369A1"/>
                </a:solidFill>
              </a:defRPr>
            </a:pPr>
            <a:r>
              <a:t>Bloom: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Ms. Nidhi | Department of Computer Science &amp;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6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53949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097280"/>
            <a:ext cx="50657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Team Leader (TL) Responsibilities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Yuvraj — Architecture &amp; Backend Lead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Acts as primary point of contact with Faculty Coordinator Ms. Nidhi.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Architected full stack system and database schema design.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Integrated C++ ZXing barcode decoding with Python Django server.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Maintains GitHub Organization, code merges, and Docker configurations.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Set up permanent 24/7 cloud deployment on Render.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960120"/>
            <a:ext cx="53949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097280"/>
            <a:ext cx="50657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Team Members' Responsibilities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Collaborative Module Ownership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Frontend &amp; UI/UX Specialist: Built responsive Flutter web interface, warm college color palette, and campus carousel.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SIM Data &amp; Integration Engineer: Mapped GL Bajaj ASMX portal fields to auto-sync Name, Semester, and Branch.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Testing &amp; QA Lead: Validated camera barcode autofocus and linear Code 128 angle tolerance across devices.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Documentation Specialist: Prepared project report conforming to official AKTU guidelines.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06440"/>
            <a:ext cx="11183112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5916168"/>
            <a:ext cx="1097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8338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Speaker Note: Emphasize clear task distribution across frontend, backend, barcode integration, testing, and documentation conforming to BCC351 rubrics.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005840" cy="320040"/>
          </a:xfrm>
          <a:prstGeom prst="roundRect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BCC351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926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2"/>
                </a:solidFill>
              </a:defRPr>
            </a:pPr>
            <a:r>
              <a:t>Project Feasibility &amp; Selection 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65760"/>
            <a:ext cx="1828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369A1"/>
                </a:solidFill>
              </a:defRPr>
            </a:pPr>
            <a:r>
              <a:t>Bloom: Evaluate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Ms. Nidhi | Department of Computer Science &amp;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7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35204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097280"/>
            <a:ext cx="31912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1. Problem Relevance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Practical Campus Value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Solves a real daily problem for thousands of students on our campus.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Eliminates manual verification queues at fest entrances.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Provides official digital identity for all student societies.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Not a generic clone project—tailored specifically to GL Bajaj.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960120"/>
            <a:ext cx="35204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097280"/>
            <a:ext cx="31912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2. Scope &amp; Timeframe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Semester Deliverables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Executed within the 12-week semester deadline.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Agile sprint delivery ensured core barcode login worked early.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Incremental addition of club profiles and event ticketing.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Feasible, realistic milestones with zero scope creep.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960120"/>
            <a:ext cx="35204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097280"/>
            <a:ext cx="31912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3. Technical Feasibility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100% Free &amp; Sustainable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Zero paid APIs: Uses free-tier cloud hosting on Render.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Uses standard browser camera APIs (works on any smartphone).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Efficient SQLite database handles campus traffic smoothly.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No costly hardware: Works with existing printed college ID cards.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806440"/>
            <a:ext cx="11183112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5916168"/>
            <a:ext cx="1097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338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Speaker Note: Explain why Club Connect is technically and practically feasible: it requires zero expensive hardware, uses free cloud hosting, and works with our existing college ID cards.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005840" cy="320040"/>
          </a:xfrm>
          <a:prstGeom prst="roundRect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BCC351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926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2"/>
                </a:solidFill>
              </a:defRPr>
            </a:pPr>
            <a:r>
              <a:t>Technology Stack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65760"/>
            <a:ext cx="1828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369A1"/>
                </a:solidFill>
              </a:defRPr>
            </a:pPr>
            <a:r>
              <a:t>Bloom: Explore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Ms. Nidhi | Department of Computer Science &amp;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8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26334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097280"/>
            <a:ext cx="230428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Frontend (Client)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What Students See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Flutter Web &amp; Dart: High-performance single-page web app.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Html5-QRCode: High-speed browser camera scanner library.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Warm College Theme: Frosted mocha &amp; beige palette with responsive mobile layouts.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Dynamic Carousel: Showcases campus blocks and events.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960120"/>
            <a:ext cx="26334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097280"/>
            <a:ext cx="230428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Backend (Server)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Behind the Scenes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Python &amp; Django: Secure, scalable REST API server.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C++ ZXing Engine: Industry-standard linear Code 128 barcode reader.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Pillow (PIL): Image processing to crop student portrait photos from physical cards.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JWT Auth: Fast, tamper-proof student session tokens.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960120"/>
            <a:ext cx="26334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097280"/>
            <a:ext cx="230428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Database &amp; Data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Records &amp; Storage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SQLite / Relational DB: Stores clubs, announcements, events, and tickets.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GL Bajaj Portal Sync: Live connector verifying student admission numbers.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Dynamic Avatar System: Creates custom college-branded avatars for day scholars.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1704" y="960120"/>
            <a:ext cx="26334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26296" y="1097280"/>
            <a:ext cx="230428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Cloud &amp; Tools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Production Deployment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Render.com: 24/7 cloud container hosting (Singapore region).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Docker: Packages app with Python and C++ libraries for reliable deployment.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Git &amp; GitHub: Full version control with atomic commits.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Vercel: Fast edge proxy for static frontend delivery.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806440"/>
            <a:ext cx="11183112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916168"/>
            <a:ext cx="1097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338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Speaker Note: Present the tech stack simply: Flutter for the web app, Python Django for the server, ZXing for barcode reading, and Render Docker for 24/7 cloud access.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005840" cy="320040"/>
          </a:xfrm>
          <a:prstGeom prst="roundRect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BCC351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926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2"/>
                </a:solidFill>
              </a:defRPr>
            </a:pPr>
            <a:r>
              <a:t>System Architecture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65760"/>
            <a:ext cx="1828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369A1"/>
                </a:solidFill>
              </a:defRPr>
            </a:pPr>
            <a:r>
              <a:t>Bloom: 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Ms. Nidhi | Department of Computer Science &amp;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9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263347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097280"/>
            <a:ext cx="230428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Step 1: Camera Input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Input Layer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Student opens the scanner on smartphone or PC.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Points camera at physical ID card barcode.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Live viewfinder captures high-resolution video frames (24 FPS).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Supports both camera scan &amp; card photo upload.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960120"/>
            <a:ext cx="263347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097280"/>
            <a:ext cx="230428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Step 2: Barcode Decoding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Processing Layer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C++ ZXing library analyzes linear Code 128 barcode.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Auto-orients card across all 4 rotations (0°, 90°, 180°, 270°).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Extracts clean student admission number (e.g. 25116CN197).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Instant feedback beep confirms detection.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960120"/>
            <a:ext cx="263347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097280"/>
            <a:ext cx="230428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Step 3: Portal Verification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Verification Layer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Backend queries college verification service.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Validates active student enrollment status.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Auto-retrieves official Name (Yash Kumar), Semester (Sem III), and Branch (B.Tech CSIT).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Issues secure 30-day login token.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1704" y="960120"/>
            <a:ext cx="2633472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26296" y="1097280"/>
            <a:ext cx="2304288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Step 4: Active Dashboard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Presentation Layer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Loads personalized student profile card.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Shows enrolled clubs and upcoming events.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Generates digital fest entry passes with QR codes.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Gives club presidents administrative controls.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806440"/>
            <a:ext cx="11183112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916168"/>
            <a:ext cx="1097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338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Speaker Note: Walk through the 4-step pipeline: Student holds card -&gt; Barcode decoded -&gt; College database verifies Name and Semester -&gt; Student accesses their society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005840" cy="320040"/>
          </a:xfrm>
          <a:prstGeom prst="roundRect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BCC351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926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2"/>
                </a:solidFill>
              </a:defRPr>
            </a:pPr>
            <a:r>
              <a:t>Software Development Process (Agile Scrum)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65760"/>
            <a:ext cx="1828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369A1"/>
                </a:solidFill>
              </a:defRPr>
            </a:pPr>
            <a:r>
              <a:t>Bloom: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Ms. Nidhi | Department of Computer Science &amp;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10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53949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097280"/>
            <a:ext cx="50657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Agile Scrum Framework (Recommended &amp; Adopted)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Why Agile worked best for Club Connect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Sprint 1 (Weeks 1–3): Problem discovery, UI wireframes, warm college theme design.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Sprint 2 (Weeks 4–7): Django REST APIs, database schema, Code 128 barcode scanner integration.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Sprint 3 (Weeks 8–10): Real college portal data sync, semester and branch auto-fill, day scholar avatars.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Sprint 4 (Weeks 11–12): Dockerization, Render 24/7 deployment, and external viva presentation rehearsal.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Benefit: Working software ready at every stage—zero last-minute compilation panics.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960120"/>
            <a:ext cx="539496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097280"/>
            <a:ext cx="50657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Waterfall Lifecycle Approach (Why Avoided)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Comparison with traditional sequential model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Rigid sequential stages: Coding cannot begin until documentation is 100% frozen.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High Risk: System integration happens only at the very end.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Zero Flexibility: Changes to barcode angles or college portal response formats cause delays.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Late Testing: Bugs discovered just days before viva lead to broken demonstrations.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Conclusion: Agile provided continuous testing and guaranteed a working live demo.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06440"/>
            <a:ext cx="11183112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5916168"/>
            <a:ext cx="1097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8338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Speaker Note: Explain why we adopted Agile Scrum instead of Waterfall. Sprints allowed us to test barcode scanning and portal sync continuously, ensuring our demo worked flawlessly.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005840" cy="320040"/>
          </a:xfrm>
          <a:prstGeom prst="roundRect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BCC351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926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2"/>
                </a:solidFill>
              </a:defRPr>
            </a:pPr>
            <a:r>
              <a:t>Core Functional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65760"/>
            <a:ext cx="1828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369A1"/>
                </a:solidFill>
              </a:defRPr>
            </a:pPr>
            <a:r>
              <a:t>Bloom: Understand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Ms. Nidhi | Department of Computer Science &amp;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11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26334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097280"/>
            <a:ext cx="230428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1. Smart Auth Module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Module 1: Authentication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Hardware-free ID card scanner (reads Code 128 &amp; QR).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Auto-syncs verified student name, semester, and department.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Personalized student avatar generation with college styling.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Eliminates password fatigue and manual signup forms.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960120"/>
            <a:ext cx="26334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097280"/>
            <a:ext cx="230428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2. Society Hub Module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Module 2: Club Directory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Explore verified clubs: CodeSpace, Navrang, Shrinik, Vividhata.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Detailed club bios, banners, and lead info.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Fair One-Club Policy: Prevents chaotic multiple club registrations.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View club announcement feeds in real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960120"/>
            <a:ext cx="26334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097280"/>
            <a:ext cx="230428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3. Events &amp; Ticketing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Module 3: Campus Events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Campus hackathons, coding contests, and fests showcase.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One-tap event registration.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Generates digital entry tickets with unique QR badges.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Organizers scan student QR tickets at the door.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1704" y="960120"/>
            <a:ext cx="2633472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26296" y="1097280"/>
            <a:ext cx="230428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4. President Dashboard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Module 4: Administration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Dedicated panel for verified club presidents.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Publish official club updates and announcements.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Review and approve student membership requests.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Set recruitment deadlines and upload fest media.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806440"/>
            <a:ext cx="11183112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5916168"/>
            <a:ext cx="1097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338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Speaker Note: Highlight the 4 pillars of the app: Smart Barcode Login, Club Directory, Event Ticketing, and the President Management Dashboard.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005840" cy="320040"/>
          </a:xfrm>
          <a:prstGeom prst="roundRect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BCC351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926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2"/>
                </a:solidFill>
              </a:defRPr>
            </a:pPr>
            <a:r>
              <a:t>Evaluation Matrix: Good vs. Poor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65760"/>
            <a:ext cx="1828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369A1"/>
                </a:solidFill>
              </a:defRPr>
            </a:pPr>
            <a:r>
              <a:t>Bloom: Evaluate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Ms. Nidhi | Department of Computer Science &amp;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12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5394960" cy="45720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097280"/>
            <a:ext cx="50657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Club Connect (Grade A / A+ Standard)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Why Club Connect meets high evaluation criteria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Problem Definition: Specific, solves real campus club fragmentation.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Live Cloud Deployment: Hosted 24/7 on Render cloud with permanent HTTPS URL.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Innovative Hardware Feature: Decodes physical student ID card barcodes seamlessly.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Real College Integration: Auto-retrieves live student records without dummy data.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Git Transparency: Daily commit history on GitHub with structured pull requests.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Responsive UX: Professional frosted glass design with dynamic carousel.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960120"/>
            <a:ext cx="5394960" cy="45720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097280"/>
            <a:ext cx="506577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Typical Poor Project (Grade C / D Pitfalls)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Common mistakes highlighted in BCC351 guidelines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Problem Definition: Vague, generic clone (e.g. copied basic e-commerce or calculator).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Deployment: Runs only on localhost; crashes when external examiner tests it.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Authentication: Hardcoded mock passwords with zero real verification.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Code Quality: Monolithic spaghetti code copied from internet tutorials.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Version Control: Single .zip file uploaded a night before final submission.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User Interface: Unaligned buttons, unhandled error popups, poor usability.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06440"/>
            <a:ext cx="11183112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5916168"/>
            <a:ext cx="1097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8338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Speaker Note: Show that Club Connect avoids every single common project trap: it is not a generic clone, it has continuous Git commits, and it is live 24/7 on the cloud.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005840" cy="320040"/>
          </a:xfrm>
          <a:prstGeom prst="roundRect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BCC351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926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2"/>
                </a:solidFill>
              </a:defRPr>
            </a:pPr>
            <a:r>
              <a:t>Live Testing &amp; Output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65760"/>
            <a:ext cx="1828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369A1"/>
                </a:solidFill>
              </a:defRPr>
            </a:pPr>
            <a:r>
              <a:t>Bloom: 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Ms. Nidhi | Department of Computer Science &amp;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13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35204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097280"/>
            <a:ext cx="31912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Real Student Test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Official Portal Sync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Tested Barcode: 25116CN197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Verified Name: Yash Kumar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Verified Semester: Sem III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Department: B.TECH.(CSIT)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Session / Status: 2025 Batch • Day Scholar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Avatar: Generated customized college badge avatar.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Verification Speed: Under 0.8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960120"/>
            <a:ext cx="35204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097280"/>
            <a:ext cx="31912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Multi-Device Camera Test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Hardware Compatibility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Smartphone Cameras: Tested on Android &amp; iOS Chrome browsers.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Desktop Webcams: Tested on Mac and Windows laptops.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Lighting Test: Accurately decodes in low light and tilted angles.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Wide Aperture: 98% scan box easily captures wide linear Code 128 barcodes.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Fallback: Supports uploading ID card photo directly.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960120"/>
            <a:ext cx="3520440" cy="45720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097280"/>
            <a:ext cx="31912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Cloud Endpoint Health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Production Performance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Web UI Root (/): 200 OK (Fast loading)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Campus Carousel (/api/auth/slides): 200 OK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Barcode Scan (/api/auth/id-card-scan): 200 OK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Clubs Directory (/api/clubs): 200 OK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Events API (/api/events): 200 OK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Static Avatars (/static/images): 200 OK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Uptime: 24/7 live availability on Render cloud.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806440"/>
            <a:ext cx="11183112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5916168"/>
            <a:ext cx="1097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338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Speaker Note: Present the verification results: we tested real student ID cards like Yash Kumar, achieving instant portal synchronization and 100% healthy HTTP 200 responses on Render cloud.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1005840" cy="320040"/>
          </a:xfrm>
          <a:prstGeom prst="roundRect">
            <a:avLst/>
          </a:prstGeom>
          <a:solidFill>
            <a:srgbClr val="0B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BCC351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9260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42"/>
                </a:solidFill>
              </a:defRPr>
            </a:pPr>
            <a:r>
              <a:t>Future Scope &amp;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65760"/>
            <a:ext cx="1828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369A1"/>
                </a:solidFill>
              </a:defRPr>
            </a:pPr>
            <a:r>
              <a:t>Bloom: 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Ms. Nidhi | Department of Computer Science &amp;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46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Slide 14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35204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097280"/>
            <a:ext cx="31912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1. QR Door Attendance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Phase 2 Feature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Club leaders can scan students' digital event QR tickets at the hall entrance.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Real-time attendance tracker shows exact headcounts.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Completely eliminates paper attendance sheets at fests.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960120"/>
            <a:ext cx="35204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097280"/>
            <a:ext cx="31912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2. Automated Certificates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Phase 2 Feature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Students who attend workshops automatically receive verified PDF certificates.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Certificates feature cryptographic QR codes for tamper verification.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Students can directly share certificates on LinkedIn.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960120"/>
            <a:ext cx="35204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097280"/>
            <a:ext cx="319125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42"/>
                </a:solidFill>
              </a:defRPr>
            </a:pPr>
            <a:r>
              <a:t>3. Push Notifications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Phase 2 Feature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Real-time alerts whenever a joined club posts a meeting notice.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Reminders 1 hour before registered hackathons begin.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</a:defRPr>
            </a:pPr>
            <a:r>
              <a:t>•  Cross-platform notification support on Android and Web.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806440"/>
            <a:ext cx="11183112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" y="5916168"/>
            <a:ext cx="1097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8338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Speaker Note: Discuss future enhancements: QR attendance scanning at workshop doors, automatic PDF participation certificates, and push notifications for event updates.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Build, Innovate &amp; Excel!</a:t>
            </a:r>
          </a:p>
          <a:p>
            <a:pPr>
              <a:spcBef>
                <a:spcPts val="1000"/>
              </a:spcBef>
              <a:defRPr sz="1600">
                <a:solidFill>
                  <a:srgbClr val="E0E7FF"/>
                </a:solidFill>
              </a:defRPr>
            </a:pPr>
            <a:r>
              <a:t>"Club Connect bridges campus life with modern software engineering—turning existing physical ID cards into smart digital keys."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91840"/>
            <a:ext cx="3474720" cy="2377440"/>
          </a:xfrm>
          <a:prstGeom prst="roundRect">
            <a:avLst/>
          </a:prstGeom>
          <a:solidFill>
            <a:srgbClr val="162A4B"/>
          </a:solidFill>
          <a:ln>
            <a:solidFill>
              <a:srgbClr val="264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31089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3C5FD"/>
                </a:solidFill>
              </a:defRPr>
            </a:pPr>
            <a:r>
              <a:t>Live Project Access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🌐 Live URL: clubconnect-3gl1.onrender.com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📱 Accessible on any phone or PC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☁️ 24/7 Cloud Uptime on Render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⚡ HTTPS Encrypted &amp; 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3291840"/>
            <a:ext cx="3474720" cy="2377440"/>
          </a:xfrm>
          <a:prstGeom prst="roundRect">
            <a:avLst/>
          </a:prstGeom>
          <a:solidFill>
            <a:srgbClr val="162A4B"/>
          </a:solidFill>
          <a:ln>
            <a:solidFill>
              <a:srgbClr val="264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3429000"/>
            <a:ext cx="31089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3C5FD"/>
                </a:solidFill>
              </a:defRPr>
            </a:pPr>
            <a:r>
              <a:t>Source Code &amp; Docs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📁 GitHub: yuvraj2230p/ClubConnect-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🌿 Branch: main (Production ready)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📄 Complete BCC351 SRS Documentation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👥 Team: Yuvraj &amp; Team Members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291840"/>
            <a:ext cx="3474720" cy="2377440"/>
          </a:xfrm>
          <a:prstGeom prst="roundRect">
            <a:avLst/>
          </a:prstGeom>
          <a:solidFill>
            <a:srgbClr val="162A4B"/>
          </a:solidFill>
          <a:ln>
            <a:solidFill>
              <a:srgbClr val="264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9" y="3429000"/>
            <a:ext cx="31089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3C5FD"/>
                </a:solidFill>
              </a:defRPr>
            </a:pPr>
            <a:r>
              <a:t>Department Coordination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👩‍🏫 Faculty Coordinator: Ms. Nidhi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🏫 Department: Computer Science &amp; IT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🎓 GL Bajaj Institute of Tech. &amp; Mgmt.</a:t>
            </a:r>
          </a:p>
          <a:p>
            <a:pPr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❓ Floor Open for Questions &amp;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806440"/>
            <a:ext cx="11183112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5916168"/>
            <a:ext cx="109728" cy="32918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83387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Speaker Note: Conclude by thanking Ms. Nidhi and the faculty evaluators. Invite questions and transition smoothly into the live demonstration on Render.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